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7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2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AF050C-DB92-7093-E8B8-63C9C77D0CDC}" name="Bader, Riya" initials="RB" userId="S::rbader@deloitte.com::066cbb91-ae2f-4711-ab4e-75a1247d3dc1" providerId="AD"/>
  <p188:author id="{8264972D-5A6B-B06E-F9B5-FF473CF5AFDE}" name="Aguas, Dianne Manselle Legaspi" initials="ADML" userId="S::daguas@deloitte.com::648f9022-4817-4a42-b5eb-1524dfa67c28" providerId="AD"/>
  <p188:author id="{047EEA3F-D850-91BA-F5A1-1382C5D01191}" name="Trueman, James" initials="JT" userId="S::jtrueman@deloitte.co.uk::c75a6247-f5a7-41a7-b96b-d761d584d5ab" providerId="AD"/>
  <p188:author id="{EF776261-F542-EDFC-653F-A2BC20C1A333}" name="Jon O'Hair" initials="JO" userId="S::jon.ohair@smarts.agency::58aa269b-2fb1-4a48-ae88-6c692bb35dca" providerId="AD"/>
  <p188:author id="{7BE95A84-6D29-5EFA-A8BE-7760247D01B2}" name="Tigre, Mafalda Silva" initials="MST" userId="Tigre, Mafalda Silva" providerId="None"/>
  <p188:author id="{33381BAF-DB28-3C6F-97C3-82ADB9858D66}" name="Dutta, Aishika" initials="AD" userId="S::aidutta@deloitte.com::b2612323-7469-4aa7-a624-07eee43fd0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9AC7"/>
    <a:srgbClr val="A3A3A3"/>
    <a:srgbClr val="FBF7F0"/>
    <a:srgbClr val="E4FBF0"/>
    <a:srgbClr val="FFF3EA"/>
    <a:srgbClr val="F59691"/>
    <a:srgbClr val="73AEF7"/>
    <a:srgbClr val="F353A1"/>
    <a:srgbClr val="FFDFE2"/>
    <a:srgbClr val="FEE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97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21297-94B9-A947-98AF-826BC9BD19E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08DD-8050-D04A-9B6D-DDA67EAFF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65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0.png"/><Relationship Id="rId4" Type="http://schemas.openxmlformats.org/officeDocument/2006/relationships/oleObject" Target="../embeddings/oleObject3.bin"/><Relationship Id="rId5" Type="http://schemas.openxmlformats.org/officeDocument/2006/relationships/image" Target="../media/image7.emf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5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2.emf"/><Relationship Id="rId5" Type="http://schemas.openxmlformats.org/officeDocument/2006/relationships/image" Target="../media/image29.png"/><Relationship Id="rId6" Type="http://schemas.openxmlformats.org/officeDocument/2006/relationships/image" Target="../media/image5.emf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3795CCA-93A2-E816-6177-2765A112F7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689266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95CCA-93A2-E816-6177-2765A112F7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1C694877-5A16-D322-BDF8-592B632BBC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5707" y="3407735"/>
            <a:ext cx="9144000" cy="1100470"/>
          </a:xfrm>
        </p:spPr>
        <p:txBody>
          <a:bodyPr vert="horz" anchor="ctr"/>
          <a:lstStyle>
            <a:lvl1pPr algn="l">
              <a:defRPr sz="4800" b="1" i="0">
                <a:solidFill>
                  <a:schemeClr val="bg1"/>
                </a:solidFill>
                <a:latin typeface="URW Geometric Semi Bold" pitchFamily="2" charset="0"/>
              </a:defRPr>
            </a:lvl1pPr>
          </a:lstStyle>
          <a:p>
            <a:r>
              <a:rPr lang="en-GB"/>
              <a:t>Title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5732A07-D701-D3BB-5AC5-E531ACD6E4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5707" y="4850941"/>
            <a:ext cx="9144000" cy="721603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URW Geometric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US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36888A1-6E81-5B07-BB4C-36DDDD792B0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624" y="6283168"/>
            <a:ext cx="1066800" cy="600388"/>
          </a:xfrm>
          <a:prstGeom prst="rect">
            <a:avLst/>
          </a:prstGeom>
        </p:spPr>
      </p:pic>
      <p:pic>
        <p:nvPicPr>
          <p:cNvPr id="6" name="Picture 5" descr="A logo with white text&#10;&#10;Description automatically generated">
            <a:extLst>
              <a:ext uri="{FF2B5EF4-FFF2-40B4-BE49-F238E27FC236}">
                <a16:creationId xmlns:a16="http://schemas.microsoft.com/office/drawing/2014/main" id="{26C94DF9-64EF-0448-58F0-649293DFF91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54330" y="6238557"/>
            <a:ext cx="1127297" cy="6344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CC88F6-4686-08AB-8698-EC41AAC1DD2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lum bright="100000" contras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5852" y="6427308"/>
            <a:ext cx="673869" cy="3121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06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597EB7A-8530-39BB-B31C-8693668F1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29579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97EB7A-8530-39BB-B31C-8693668F1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894AC05-F7DC-D5BD-8039-CC07EAB50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5748" y="6502084"/>
            <a:ext cx="3469897" cy="153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950" i="1" spc="5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PRIVATE &amp; CONFIDENTIAL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F5EE4A-CF99-37D7-A7F6-EA969965F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8245" y="6502084"/>
            <a:ext cx="180000" cy="153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lnSpc>
                <a:spcPct val="100000"/>
              </a:lnSpc>
              <a:defRPr sz="950" i="1">
                <a:solidFill>
                  <a:schemeClr val="tx1"/>
                </a:solidFill>
                <a:latin typeface="+mj-lt"/>
              </a:defRPr>
            </a:lvl1pPr>
          </a:lstStyle>
          <a:p>
            <a:fld id="{1B826DEA-DCFE-4579-97B9-2CEA81888D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732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597EB7A-8530-39BB-B31C-8693668F1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307999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97EB7A-8530-39BB-B31C-8693668F1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A blue and green gradient&#10;&#10;Description automatically generated">
            <a:extLst>
              <a:ext uri="{FF2B5EF4-FFF2-40B4-BE49-F238E27FC236}">
                <a16:creationId xmlns:a16="http://schemas.microsoft.com/office/drawing/2014/main" id="{1EFDE91E-BF9C-7FBF-4EF8-B17EBE8AF5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9CFF245-ACA1-E2C7-FC43-73FB84116F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5707" y="3407735"/>
            <a:ext cx="9144000" cy="1100470"/>
          </a:xfrm>
        </p:spPr>
        <p:txBody>
          <a:bodyPr vert="horz" anchor="ctr"/>
          <a:lstStyle>
            <a:lvl1pPr algn="l">
              <a:defRPr sz="4800" b="1" i="0">
                <a:solidFill>
                  <a:schemeClr val="bg1"/>
                </a:solidFill>
                <a:latin typeface="URW Geometric Semi Bold" pitchFamily="2" charset="0"/>
              </a:defRPr>
            </a:lvl1pPr>
          </a:lstStyle>
          <a:p>
            <a:r>
              <a:rPr lang="en-GB"/>
              <a:t>Title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C47EE-F6C6-9DE9-7508-9EA7232ECE2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lum bright="100000" contras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5852" y="6427308"/>
            <a:ext cx="673869" cy="3121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49254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1.xml"/><Relationship Id="rId28" Type="http://schemas.openxmlformats.org/officeDocument/2006/relationships/theme" Target="../theme/theme1.xml"/><Relationship Id="rId29" Type="http://schemas.openxmlformats.org/officeDocument/2006/relationships/tags" Target="../tags/tag1.xml"/><Relationship Id="rId30" Type="http://schemas.openxmlformats.org/officeDocument/2006/relationships/image" Target="../media/image1.png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2.emf"/><Relationship Id="rId33" Type="http://schemas.openxmlformats.org/officeDocument/2006/relationships/image" Target="../media/image3.png"/><Relationship Id="rId34" Type="http://schemas.openxmlformats.org/officeDocument/2006/relationships/image" Target="../media/image4.png"/><Relationship Id="rId35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609D8E-154A-9893-50FD-B4D545CC7CA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32133035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7772400" imgH="10058400" progId="TCLayout.ActiveDocument.1">
                  <p:embed/>
                </p:oleObj>
              </mc:Choice>
              <mc:Fallback>
                <p:oleObj name="think-cell Slide" r:id="rId31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609D8E-154A-9893-50FD-B4D545CC7C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7F2C52-A8C8-2DD8-A772-57531E996D33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169049" y="6502242"/>
            <a:ext cx="748800" cy="1622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24" y="274638"/>
            <a:ext cx="10962526" cy="795600"/>
          </a:xfrm>
          <a:prstGeom prst="rect">
            <a:avLst/>
          </a:prstGeom>
        </p:spPr>
        <p:txBody>
          <a:bodyPr vert="horz" lIns="81665" tIns="40832" rIns="81665" bIns="40832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49" y="1183771"/>
            <a:ext cx="10972800" cy="4943406"/>
          </a:xfrm>
          <a:prstGeom prst="rect">
            <a:avLst/>
          </a:prstGeom>
        </p:spPr>
        <p:txBody>
          <a:bodyPr vert="horz" lIns="81665" tIns="40832" rIns="81665" bIns="40832" rtlCol="0">
            <a:normAutofit/>
          </a:bodyPr>
          <a:lstStyle/>
          <a:p>
            <a:pPr lvl="0"/>
            <a:r>
              <a:rPr lang="en-GB"/>
              <a:t>Click to edit </a:t>
            </a:r>
            <a:r>
              <a:rPr lang="en-US"/>
              <a:t>text in bullet point list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7" name="Picture 6" descr="A logo with blue lines and black background&#10;&#10;Description automatically generated">
            <a:extLst>
              <a:ext uri="{FF2B5EF4-FFF2-40B4-BE49-F238E27FC236}">
                <a16:creationId xmlns:a16="http://schemas.microsoft.com/office/drawing/2014/main" id="{505AA02B-11F8-6DAE-60AE-7C94F9F8EDAE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62" y="6240710"/>
            <a:ext cx="1123197" cy="6317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F3EA57-5156-9A27-C154-6B57100BD962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5852" y="6427308"/>
            <a:ext cx="673869" cy="31210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FB2C2-B8B9-2B85-74C6-675775D09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5748" y="6502084"/>
            <a:ext cx="3469897" cy="153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950" i="1" spc="5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B1458-3949-5A2B-2C02-0EA374985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8245" y="6502084"/>
            <a:ext cx="180000" cy="153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lnSpc>
                <a:spcPct val="100000"/>
              </a:lnSpc>
              <a:defRPr sz="950" i="1">
                <a:solidFill>
                  <a:schemeClr val="tx1"/>
                </a:solidFill>
                <a:latin typeface="+mj-lt"/>
              </a:defRPr>
            </a:lvl1pPr>
          </a:lstStyle>
          <a:p>
            <a:fld id="{1B826DEA-DCFE-4579-97B9-2CEA81888DF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57537D-D47C-48DE-20AE-3C02CEFACD1A}"/>
              </a:ext>
            </a:extLst>
          </p:cNvPr>
          <p:cNvCxnSpPr/>
          <p:nvPr userDrawn="1"/>
        </p:nvCxnSpPr>
        <p:spPr>
          <a:xfrm>
            <a:off x="1482531" y="6523834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31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  <p:sldLayoutId id="2147483664" r:id="rId6"/>
    <p:sldLayoutId id="2147483682" r:id="rId21"/>
  </p:sldLayoutIdLst>
  <p:hf hdr="0" dt="0"/>
  <p:txStyles>
    <p:titleStyle>
      <a:lvl1pPr algn="ctr" defTabSz="543928" rtl="0" eaLnBrk="1" latinLnBrk="0" hangingPunct="1">
        <a:spcBef>
          <a:spcPct val="0"/>
        </a:spcBef>
        <a:buNone/>
        <a:defRPr lang="en-US" sz="3400" b="1" i="0" kern="1200" dirty="0">
          <a:solidFill>
            <a:srgbClr val="656665"/>
          </a:solidFill>
          <a:latin typeface="URW Geometric Semi Bold" pitchFamily="2" charset="0"/>
          <a:ea typeface="+mj-ea"/>
          <a:cs typeface="+mj-cs"/>
        </a:defRPr>
      </a:lvl1pPr>
    </p:titleStyle>
    <p:bodyStyle>
      <a:lvl1pPr marL="457200" indent="-457200" algn="l" defTabSz="543928" rtl="0" eaLnBrk="1" latinLnBrk="0" hangingPunct="1">
        <a:spcBef>
          <a:spcPct val="20000"/>
        </a:spcBef>
        <a:buClr>
          <a:srgbClr val="233886"/>
        </a:buClr>
        <a:buFont typeface="Arial" panose="020B0604020202020204" pitchFamily="34" charset="0"/>
        <a:buChar char="•"/>
        <a:defRPr sz="2400" b="0" i="0" kern="1200">
          <a:solidFill>
            <a:srgbClr val="656665"/>
          </a:solidFill>
          <a:latin typeface="URW Geometric" pitchFamily="2" charset="0"/>
          <a:ea typeface="+mn-ea"/>
          <a:cs typeface="+mn-cs"/>
        </a:defRPr>
      </a:lvl1pPr>
      <a:lvl2pPr marL="883884" indent="-339956" algn="l" defTabSz="543928" rtl="0" eaLnBrk="1" latinLnBrk="0" hangingPunct="1">
        <a:spcBef>
          <a:spcPct val="20000"/>
        </a:spcBef>
        <a:buClr>
          <a:srgbClr val="233886"/>
        </a:buClr>
        <a:buFont typeface="Arial"/>
        <a:buChar char="–"/>
        <a:defRPr sz="2200" b="0" i="0" kern="1200">
          <a:solidFill>
            <a:srgbClr val="656665"/>
          </a:solidFill>
          <a:latin typeface="URW Geometric" pitchFamily="2" charset="0"/>
          <a:ea typeface="+mn-ea"/>
          <a:cs typeface="+mn-cs"/>
        </a:defRPr>
      </a:lvl2pPr>
      <a:lvl3pPr marL="1359824" indent="-271964" algn="l" defTabSz="543928" rtl="0" eaLnBrk="1" latinLnBrk="0" hangingPunct="1">
        <a:spcBef>
          <a:spcPct val="20000"/>
        </a:spcBef>
        <a:buClr>
          <a:srgbClr val="233886"/>
        </a:buClr>
        <a:buFont typeface="Arial"/>
        <a:buChar char="•"/>
        <a:defRPr sz="2000" b="0" i="0" kern="1200">
          <a:solidFill>
            <a:srgbClr val="656665"/>
          </a:solidFill>
          <a:latin typeface="URW Geometric" pitchFamily="2" charset="0"/>
          <a:ea typeface="+mn-ea"/>
          <a:cs typeface="+mn-cs"/>
        </a:defRPr>
      </a:lvl3pPr>
      <a:lvl4pPr marL="1903752" indent="-271964" algn="l" defTabSz="543928" rtl="0" eaLnBrk="1" latinLnBrk="0" hangingPunct="1">
        <a:spcBef>
          <a:spcPct val="20000"/>
        </a:spcBef>
        <a:buClr>
          <a:srgbClr val="233886"/>
        </a:buClr>
        <a:buFont typeface="Arial"/>
        <a:buChar char="–"/>
        <a:defRPr sz="1800" b="0" i="0" kern="1200">
          <a:solidFill>
            <a:srgbClr val="656665"/>
          </a:solidFill>
          <a:latin typeface="URW Geometric" pitchFamily="2" charset="0"/>
          <a:ea typeface="+mn-ea"/>
          <a:cs typeface="+mn-cs"/>
        </a:defRPr>
      </a:lvl4pPr>
      <a:lvl5pPr marL="2447680" indent="-271964" algn="l" defTabSz="543928" rtl="0" eaLnBrk="1" latinLnBrk="0" hangingPunct="1">
        <a:spcBef>
          <a:spcPct val="20000"/>
        </a:spcBef>
        <a:buClr>
          <a:srgbClr val="233886"/>
        </a:buClr>
        <a:buFont typeface="Arial"/>
        <a:buChar char="»"/>
        <a:defRPr sz="1600" b="0" i="0" kern="1200">
          <a:solidFill>
            <a:srgbClr val="656665"/>
          </a:solidFill>
          <a:latin typeface="URW Geometric" pitchFamily="2" charset="0"/>
          <a:ea typeface="+mn-ea"/>
          <a:cs typeface="+mn-cs"/>
        </a:defRPr>
      </a:lvl5pPr>
      <a:lvl6pPr marL="2991610" indent="-271964" algn="l" defTabSz="543928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535539" indent="-271964" algn="l" defTabSz="543928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079468" indent="-271964" algn="l" defTabSz="543928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623397" indent="-271964" algn="l" defTabSz="543928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43928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87858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3pPr>
      <a:lvl4pPr marL="1631788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4pPr>
      <a:lvl5pPr marL="2175716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5pPr>
      <a:lvl6pPr marL="2719645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6pPr>
      <a:lvl7pPr marL="3263574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7pPr>
      <a:lvl8pPr marL="3807503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8pPr>
      <a:lvl9pPr marL="4351433" algn="l" defTabSz="543928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Office Theme">
  <a:themeElements>
    <a:clrScheme name="CDT Master Template Colours">
      <a:dk1>
        <a:srgbClr val="000000"/>
      </a:dk1>
      <a:lt1>
        <a:srgbClr val="FFFFFF"/>
      </a:lt1>
      <a:dk2>
        <a:srgbClr val="5E5E5E"/>
      </a:dk2>
      <a:lt2>
        <a:srgbClr val="FFFFFF"/>
      </a:lt2>
      <a:accent1>
        <a:srgbClr val="1876F1"/>
      </a:accent1>
      <a:accent2>
        <a:srgbClr val="00CECD"/>
      </a:accent2>
      <a:accent3>
        <a:srgbClr val="656565"/>
      </a:accent3>
      <a:accent4>
        <a:srgbClr val="F353A1"/>
      </a:accent4>
      <a:accent5>
        <a:srgbClr val="FEE820"/>
      </a:accent5>
      <a:accent6>
        <a:srgbClr val="EB4F47"/>
      </a:accent6>
      <a:hlink>
        <a:srgbClr val="DBF1F5"/>
      </a:hlink>
      <a:folHlink>
        <a:srgbClr val="D5EED1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C_master" id="{A492C13B-8467-9A41-8CC4-F5C283291896}" vid="{97223291-E7C5-C042-9067-A074785365A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ee68a2-8f7f-4aa1-9370-6a3b4ceeb588" xsi:nil="true"/>
    <lcf76f155ced4ddcb4097134ff3c332f xmlns="e369fafd-e562-47d3-9b6f-630b9320715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BA105E12DA12479099F7B30B7E4CBA" ma:contentTypeVersion="15" ma:contentTypeDescription="Create a new document." ma:contentTypeScope="" ma:versionID="5c3f8b7391d8bb087ad151d428d21fed">
  <xsd:schema xmlns:xsd="http://www.w3.org/2001/XMLSchema" xmlns:xs="http://www.w3.org/2001/XMLSchema" xmlns:p="http://schemas.microsoft.com/office/2006/metadata/properties" xmlns:ns2="e369fafd-e562-47d3-9b6f-630b93207157" xmlns:ns3="9bee68a2-8f7f-4aa1-9370-6a3b4ceeb588" targetNamespace="http://schemas.microsoft.com/office/2006/metadata/properties" ma:root="true" ma:fieldsID="e14ec5ae8c9b1ea401de7d2c6c1de789" ns2:_="" ns3:_="">
    <xsd:import namespace="e369fafd-e562-47d3-9b6f-630b93207157"/>
    <xsd:import namespace="9bee68a2-8f7f-4aa1-9370-6a3b4ceeb5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69fafd-e562-47d3-9b6f-630b93207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e68a2-8f7f-4aa1-9370-6a3b4ceeb58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0ba89da-02cf-43f4-85d9-1620aa61675a}" ma:internalName="TaxCatchAll" ma:showField="CatchAllData" ma:web="9bee68a2-8f7f-4aa1-9370-6a3b4ceeb5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FFAEF8-3A84-40BC-BB68-74BB7E64FB56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e369fafd-e562-47d3-9b6f-630b93207157"/>
    <ds:schemaRef ds:uri="http://www.w3.org/XML/1998/namespace"/>
    <ds:schemaRef ds:uri="http://schemas.openxmlformats.org/package/2006/metadata/core-properties"/>
    <ds:schemaRef ds:uri="9bee68a2-8f7f-4aa1-9370-6a3b4ceeb588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CE849E7-C9C6-4158-8E0A-487F0F2D65B1}">
  <ds:schemaRefs>
    <ds:schemaRef ds:uri="9bee68a2-8f7f-4aa1-9370-6a3b4ceeb588"/>
    <ds:schemaRef ds:uri="e369fafd-e562-47d3-9b6f-630b932071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3DEF8E-E979-4388-9AB3-49A873E0D9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12080</Words>
  <Application>Microsoft Office PowerPoint</Application>
  <PresentationFormat>Widescreen</PresentationFormat>
  <Paragraphs>2301</Paragraphs>
  <Slides>86</Slides>
  <Notes>75</Notes>
  <HiddenSlides>68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86</vt:i4>
      </vt:variant>
    </vt:vector>
  </HeadingPairs>
  <TitlesOfParts>
    <vt:vector size="88" baseType="lpstr">
      <vt:lpstr>3_Office Theme</vt:lpstr>
      <vt:lpstr>Plain [White] background</vt:lpstr>
      <vt:lpstr>Status Update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Quality Assurance Process</vt:lpstr>
      <vt:lpstr>PowerPoint Presentation</vt:lpstr>
      <vt:lpstr>PowerPoint Presentation</vt:lpstr>
      <vt:lpstr>PowerPoint Presentation</vt:lpstr>
      <vt:lpstr>PowerPoint Presentation</vt:lpstr>
      <vt:lpstr>1Password Link Sharing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Diageo report template</dc:title>
  <dc:creator>Depauw, Jeremy</dc:creator>
  <cp:lastModifiedBy>Bader, Riya</cp:lastModifiedBy>
  <cp:revision>4</cp:revision>
  <dcterms:created xsi:type="dcterms:W3CDTF">2024-09-26T12:26:43Z</dcterms:created>
  <dcterms:modified xsi:type="dcterms:W3CDTF">2026-10-01T09:46:11Z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c77bae-9cad-4b1a-aac3-2a4ad557d70b_Enabled">
    <vt:lpwstr>true</vt:lpwstr>
  </property>
  <property fmtid="{D5CDD505-2E9C-101B-9397-08002B2CF9AE}" pid="3" name="MSIP_Label_a7c77bae-9cad-4b1a-aac3-2a4ad557d70b_SetDate">
    <vt:lpwstr>2024-09-26T12:28:28Z</vt:lpwstr>
  </property>
  <property fmtid="{D5CDD505-2E9C-101B-9397-08002B2CF9AE}" pid="4" name="MSIP_Label_a7c77bae-9cad-4b1a-aac3-2a4ad557d70b_Method">
    <vt:lpwstr>Privileged</vt:lpwstr>
  </property>
  <property fmtid="{D5CDD505-2E9C-101B-9397-08002B2CF9AE}" pid="5" name="MSIP_Label_a7c77bae-9cad-4b1a-aac3-2a4ad557d70b_Name">
    <vt:lpwstr>General</vt:lpwstr>
  </property>
  <property fmtid="{D5CDD505-2E9C-101B-9397-08002B2CF9AE}" pid="6" name="MSIP_Label_a7c77bae-9cad-4b1a-aac3-2a4ad557d70b_SiteId">
    <vt:lpwstr>88ed286b-88d8-4faf-918f-883d693321ae</vt:lpwstr>
  </property>
  <property fmtid="{D5CDD505-2E9C-101B-9397-08002B2CF9AE}" pid="7" name="MSIP_Label_a7c77bae-9cad-4b1a-aac3-2a4ad557d70b_ActionId">
    <vt:lpwstr>a682651d-eecd-4e16-9258-3a96436a6971</vt:lpwstr>
  </property>
  <property fmtid="{D5CDD505-2E9C-101B-9397-08002B2CF9AE}" pid="8" name="MSIP_Label_a7c77bae-9cad-4b1a-aac3-2a4ad557d70b_ContentBits">
    <vt:lpwstr>0</vt:lpwstr>
  </property>
  <property fmtid="{D5CDD505-2E9C-101B-9397-08002B2CF9AE}" pid="9" name="ContentTypeId">
    <vt:lpwstr>0x01010091BA105E12DA12479099F7B30B7E4CBA</vt:lpwstr>
  </property>
  <property fmtid="{D5CDD505-2E9C-101B-9397-08002B2CF9AE}" pid="10" name="MediaServiceImageTags">
    <vt:lpwstr/>
  </property>
  <property fmtid="{D5CDD505-2E9C-101B-9397-08002B2CF9AE}" pid="11" name="MSIP_Label_589256c7-9946-44df-b379-51beb93fd2d9_Enabled">
    <vt:lpwstr>true</vt:lpwstr>
  </property>
  <property fmtid="{D5CDD505-2E9C-101B-9397-08002B2CF9AE}" pid="12" name="MSIP_Label_589256c7-9946-44df-b379-51beb93fd2d9_SetDate">
    <vt:lpwstr>2024-10-23T12:24:00Z</vt:lpwstr>
  </property>
  <property fmtid="{D5CDD505-2E9C-101B-9397-08002B2CF9AE}" pid="13" name="MSIP_Label_589256c7-9946-44df-b379-51beb93fd2d9_Method">
    <vt:lpwstr>Privileged</vt:lpwstr>
  </property>
  <property fmtid="{D5CDD505-2E9C-101B-9397-08002B2CF9AE}" pid="14" name="MSIP_Label_589256c7-9946-44df-b379-51beb93fd2d9_Name">
    <vt:lpwstr>589256c7-9946-44df-b379-51beb93fd2d9</vt:lpwstr>
  </property>
  <property fmtid="{D5CDD505-2E9C-101B-9397-08002B2CF9AE}" pid="15" name="MSIP_Label_589256c7-9946-44df-b379-51beb93fd2d9_SiteId">
    <vt:lpwstr>36da45f1-dd2c-4d1f-af13-5abe46b99921</vt:lpwstr>
  </property>
  <property fmtid="{D5CDD505-2E9C-101B-9397-08002B2CF9AE}" pid="16" name="MSIP_Label_589256c7-9946-44df-b379-51beb93fd2d9_ActionId">
    <vt:lpwstr>4e229091-a390-445c-9192-9d661a2690d5</vt:lpwstr>
  </property>
  <property fmtid="{D5CDD505-2E9C-101B-9397-08002B2CF9AE}" pid="17" name="MSIP_Label_589256c7-9946-44df-b379-51beb93fd2d9_ContentBits">
    <vt:lpwstr>0</vt:lpwstr>
  </property>
</Properties>
</file>